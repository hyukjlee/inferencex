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howSpecialPlsOnTitleSld="0" autoCompressPictures="0">
  <p:sldMasterIdLst>
    <p:sldMasterId id="2147484229" r:id="rId64"/>
  </p:sldMasterIdLst>
  <p:notesMasterIdLst>
    <p:notesMasterId r:id="rId127"/>
  </p:notesMasterIdLst>
  <p:handoutMasterIdLst>
    <p:handoutMasterId r:id="rId128"/>
  </p:handoutMasterIdLst>
  <p:sldIdLst>
    <p:sldId id="256" r:id="rId72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  <p:ext uri="{2D200454-40CA-4A62-9FC3-DE9A4176ACB9}">
      <ns3:notesGuideLst>
        <ns3:guide id="1" orient="horz" pos="2880" userDrawn="1">
          <ns3:clr>
            <a:srgbClr val="A4A3A4"/>
          </ns3:clr>
        </ns3:guide>
        <ns3:guide id="2" pos="2160" userDrawn="1">
          <ns3:clr>
            <a:srgbClr val="A4A3A4"/>
          </ns3:clr>
        </ns3:guide>
      </ns3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2DE"/>
    <a:srgbClr val="8D8C95"/>
    <a:srgbClr val="000000"/>
    <a:srgbClr val="262626"/>
    <a:srgbClr val="131313"/>
    <a:srgbClr val="242428"/>
    <a:srgbClr val="19181C"/>
    <a:srgbClr val="E15310"/>
    <a:srgbClr val="006D85"/>
    <a:srgbClr val="888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7843" autoAdjust="0"/>
  </p:normalViewPr>
  <p:slideViewPr>
    <p:cSldViewPr snapToGrid="0">
      <p:cViewPr varScale="1">
        <p:scale>
          <a:sx n="119" d="100"/>
          <a:sy n="119" d="100"/>
        </p:scale>
        <p:origin x="156" y="330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customXml" Target="../customXml/item62.xml"/><Relationship Id="rId63" Type="http://schemas.openxmlformats.org/officeDocument/2006/relationships/customXml" Target="../customXml/item63.xml"/><Relationship Id="rId64" Type="http://schemas.openxmlformats.org/officeDocument/2006/relationships/slideMaster" Target="slideMasters/slideMaster1.xml"/><Relationship Id="rId72" Type="http://schemas.openxmlformats.org/officeDocument/2006/relationships/slide" Target="slides/slide1.xml"/><Relationship Id="rId127" Type="http://schemas.openxmlformats.org/officeDocument/2006/relationships/notesMaster" Target="notesMasters/notesMaster1.xml"/><Relationship Id="rId128" Type="http://schemas.openxmlformats.org/officeDocument/2006/relationships/handoutMaster" Target="handoutMasters/handoutMaster1.xml"/><Relationship Id="rId129" Type="http://schemas.openxmlformats.org/officeDocument/2006/relationships/commentAuthors" Target="commentAuthors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2/13/2026 4:07 PM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2/13/2026 4:07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791EE2C-CA72-508C-AF77-F7276C5243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C9AEE1B-6CBF-531F-6161-7FC03EC4E8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/>
            </a:lvl1pPr>
            <a:lvl2pPr marL="457200" indent="-228600">
              <a:buSzPct val="90000"/>
              <a:buFont typeface="Arial" panose="020B0604020202020204" pitchFamily="34" charset="0"/>
              <a:buChar char="•"/>
              <a:defRPr/>
            </a:lvl2pPr>
            <a:lvl3pPr marL="657225" indent="-200025">
              <a:buSzPct val="90000"/>
              <a:buFont typeface="Arial" panose="020B0604020202020204" pitchFamily="34" charset="0"/>
              <a:buChar char="•"/>
              <a:defRPr/>
            </a:lvl3pPr>
            <a:lvl4pPr marL="842963" indent="-180975">
              <a:buSzPct val="90000"/>
              <a:buFont typeface="Arial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B71AB6C-BEED-906C-7BD1-810E3700BC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9FE114-78A5-00B6-2209-5248EF59E6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FD824D3-B0BF-F030-6A67-C1DF57993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598498A-FA22-D4DA-FA61-484A6A7EB0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72A27EA-9A25-03D6-F6CD-53BB65C423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9FD31F-D9C5-7581-C456-D6B4203F1B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A5C0E5E-8E02-C45B-9DC3-C30B8953C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618E84E-C602-EEFD-DA07-5A1A142489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Arial" panose="020B06040202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DCF18E0-53B0-CA09-B057-06DC49AD57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112B4FC-613C-9CF8-41B7-970931817B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67728E6-D31B-A5A2-A1BB-1AFEEB2F11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D9AB6-52A1-91EE-AE98-B0B0BE05A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DE4C6A-1A4B-2F91-08F9-26625C8F14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3B76501-139F-DE3A-D0A0-CBCAD55D13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290955" y="3104745"/>
            <a:ext cx="6181081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Divider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290955" y="3680069"/>
            <a:ext cx="6181081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3518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>
          <p15:clr>
            <a:srgbClr val="5ACBF0"/>
          </p15:clr>
        </p15:guide>
        <p15:guide id="4" orient="horz" pos="2364">
          <p15:clr>
            <a:srgbClr val="5ACBF0"/>
          </p15:clr>
        </p15:guide>
        <p15:guide id="5" pos="384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0FCD3399-C787-D0BD-AB29-7D3229A5C2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DBD5AE2-7C3E-E789-AE22-6A4292D28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Arial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5DAD1-5967-E567-93B0-8D6C6F0BB7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0654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[AMD Official Use Only - AMD Internal Distribution Only]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32" r:id="rId26"/>
    <p:sldLayoutId id="2147484927" r:id="rId27"/>
    <p:sldLayoutId id="2147484671" r:id="rId28"/>
    <p:sldLayoutId id="2147484585" r:id="rId29"/>
    <p:sldLayoutId id="2147484924" r:id="rId30"/>
    <p:sldLayoutId id="2147484299" r:id="rId31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Arial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Kimi-K3 MTP (DSpark) — Status  ·  2026-08-04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C1A968"/>
                </a:solidFill>
                <a:latin typeface="Arial"/>
              </a:rPr>
              <a:t>Verification is correct — but no cell survives to a number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Acceptance healthy: 6.41–8.00 / 8 at k=7; 2.62–2.67 / 3 at k=2 (81–83% of drafts accepted)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ED1C24"/>
                </a:solidFill>
                <a:latin typeface="Arial"/>
              </a:rPr>
              <a:t>BLOCKER:</a:t>
            </a:r>
            <a:r>
              <a:rPr sz="1400" b="0">
                <a:solidFill>
                  <a:srgbClr val="FFFFFF"/>
                </a:solidFill>
                <a:latin typeface="Arial"/>
              </a:rPr>
              <a:t> every correct-acceptance cell dies at 90–130 completions — </a:t>
            </a:r>
            <a:r>
              <a:rPr sz="1400">
                <a:solidFill>
                  <a:srgbClr val="00C2DE"/>
                </a:solidFill>
                <a:latin typeface="Courier New"/>
                <a:highlight>
                  <a:srgbClr val="333333"/>
                </a:highlight>
              </a:rPr>
              <a:t>hipErrorIllegalAddress</a:t>
            </a:r>
          </a:p>
          <a:p>
            <a:pPr lvl="2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Warmup clean 87/87; faults ~17 s into profiling on the deep-context resume burst; KV pool only 4–15%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C1A968"/>
                </a:solidFill>
                <a:latin typeface="Arial"/>
              </a:rPr>
              <a:t>The only green config is degenerate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MTP-native (causal masking) survives, but acceptance collapses → 315.78 tok/s/GPU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Same trace + SKU, non-DSpark: 682.63 Gluon · 1707.85 asm-pad — so 2.2× / 5.4× behind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C1A968"/>
                </a:solidFill>
                <a:latin typeface="Arial"/>
              </a:rPr>
              <a:t>LMCache + DSpark — WORKS (new today)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8/8 GPUs registered · 179,152 stores · 296 retrieves = 12.65 M tokens · 0 errors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External prefix hit 7.8% and still climbing at cutoff; throughput delta only +0.23% at c8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Retracted: “throttled to Running:1” — observed up to Running:5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C1A968"/>
                </a:solidFill>
                <a:latin typeface="Arial"/>
              </a:rPr>
              <a:t>Ruled out as the crash cause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k (7 vs 2) · asm vs Gluon verify · split-K · mla_gluon batch&gt;1 · the aiter patch stack · eager · prefix caching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600" b="1">
                <a:solidFill>
                  <a:srgbClr val="C1A968"/>
                </a:solidFill>
                <a:latin typeface="Arial"/>
              </a:rPr>
              <a:t>Next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00C2DE"/>
                </a:solidFill>
                <a:latin typeface="Courier New"/>
                <a:highlight>
                  <a:srgbClr val="333333"/>
                </a:highlight>
              </a:rPr>
              <a:t>AMD_SERIALIZE_KERNEL=3</a:t>
            </a:r>
            <a:r>
              <a:rPr sz="1400" b="0">
                <a:solidFill>
                  <a:srgbClr val="FFFFFF"/>
                </a:solidFill>
                <a:latin typeface="Arial"/>
              </a:rPr>
              <a:t> at c1 (faults at ~12 completions) to name the faulting kernel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Aggregate chunk cap in </a:t>
            </a:r>
            <a:r>
              <a:rPr sz="1400">
                <a:solidFill>
                  <a:srgbClr val="00C2DE"/>
                </a:solidFill>
                <a:latin typeface="Courier New"/>
                <a:highlight>
                  <a:srgbClr val="333333"/>
                </a:highlight>
              </a:rPr>
              <a:t>build_mla_chunked_context_metadata</a:t>
            </a:r>
            <a:r>
              <a:rPr sz="1400" b="0">
                <a:solidFill>
                  <a:srgbClr val="FFFFFF"/>
                </a:solidFill>
                <a:latin typeface="Arial"/>
              </a:rPr>
              <a:t> — fixes the separate 0x1008 prefill OOM</a:t>
            </a:r>
          </a:p>
          <a:p>
            <a:pPr lvl="1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FFFFFF"/>
                </a:solidFill>
                <a:latin typeface="Arial"/>
              </a:rPr>
              <a:t>In flight: LMCache c8/c16 @ 3600 s; fp8 kernel-regression control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Palet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C1A968"/>
      </a:accent3>
      <a:accent4>
        <a:srgbClr val="F26522"/>
      </a:accent4>
      <a:accent5>
        <a:srgbClr val="ED1C24"/>
      </a:accent5>
      <a:accent6>
        <a:srgbClr val="00C2DE"/>
      </a:accent6>
      <a:hlink>
        <a:srgbClr val="D5D5D5"/>
      </a:hlink>
      <a:folHlink>
        <a:srgbClr val="A9A9A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 - 2024 update -v1.2" id="{952D021A-6A0B-49CB-832E-9DCCDC055701}" vid="{8B090628-2708-4125-B695-55346B67B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3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637629098780874432","enableDocumentContentUpdater":tru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1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637629098780858672","enableDocumentContentUpdater":true,"version":"2.0"}]]></TemplafySlideTemplateConfiguration>
</file>

<file path=customXml/item13.xml><?xml version="1.0" encoding="utf-8"?>
<TemplafySlideTemplateConfiguration><![CDATA[{"slideVersion":1,"isValidatorEnabled":false,"isLocked":false,"elementsMetadata":[],"slideId":"637629098780898812","enableDocumentContentUpdater":true,"version":"2.0"}]]></TemplafySlideTemplateConfiguration>
</file>

<file path=customXml/item14.xml><?xml version="1.0" encoding="utf-8"?>
<TemplafySlideFormConfiguration><![CDATA[{"formFields":[],"formDataEntries":[]}]]></TemplafySlideFormConfiguration>
</file>

<file path=customXml/item15.xml><?xml version="1.0" encoding="utf-8"?>
<TemplafySlideTemplateConfiguration><![CDATA[{"slideVersion":1,"isValidatorEnabled":false,"isLocked":false,"elementsMetadata":[],"slideId":"637629098780810453","enableDocumentContentUpdater":true,"version":"2.0"}]]></TemplafySlideTemplateConfiguration>
</file>

<file path=customXml/item16.xml><?xml version="1.0" encoding="utf-8"?>
<TemplafySlideTemplateConfiguration><![CDATA[{"slideVersion":1,"isValidatorEnabled":false,"isLocked":false,"elementsMetadata":[],"slideId":"637629098780815282","enableDocumentContentUpdater":true,"version":"2.0"}]]></TemplafySlideTemplateConfiguration>
</file>

<file path=customXml/item17.xml><?xml version="1.0" encoding="utf-8"?>
<TemplafySlideTemplateConfiguration><![CDATA[{"slideVersion":1,"isValidatorEnabled":false,"isLocked":false,"elementsMetadata":[],"slideId":"637629098780864969","enableDocumentContentUpdater":true,"version":"2.0"}]]></TemplafySlideTemplate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FormConfiguration><![CDATA[{"formFields":[],"formDataEntries":[]}]]></TemplafySlideFormConfiguration>
</file>

<file path=customXml/item20.xml><?xml version="1.0" encoding="utf-8"?>
<TemplafySlideFormConfiguration><![CDATA[{"formFields":[],"formDataEntries":[]}]]></TemplafySlideFormConfiguration>
</file>

<file path=customXml/item21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22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23.xml><?xml version="1.0" encoding="utf-8"?>
<TemplafySlideTemplateConfiguration><![CDATA[{"slideVersion":1,"isValidatorEnabled":false,"isLocked":false,"elementsMetadata":[],"slideId":"637629098780820470","enableDocumentContentUpdater":true,"version":"2.0"}]]></TemplafySlide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TemplateConfiguration><![CDATA[{"slideVersion":1,"isValidatorEnabled":false,"isLocked":false,"elementsMetadata":[],"slideId":"637629098780933985","enableDocumentContentUpdater":true,"version":"2.0"}]]></TemplafySlideTemplateConfiguration>
</file>

<file path=customXml/item26.xml><?xml version="1.0" encoding="utf-8"?>
<TemplafySlideFormConfiguration><![CDATA[{"formFields":[],"formDataEntries":[]}]]></TemplafySlideForm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TemplateConfiguration><![CDATA[{"slideVersion":1,"isValidatorEnabled":false,"isLocked":false,"elementsMetadata":[],"slideId":"637629098780882757","enableDocumentContentUpdater":true,"version":"2.0"}]]></TemplafySlideTemplateConfiguration>
</file>

<file path=customXml/item31.xml><?xml version="1.0" encoding="utf-8"?>
<TemplafySlideTemplateConfiguration><![CDATA[{"slideVersion":1,"isValidatorEnabled":false,"isLocked":false,"elementsMetadata":[],"slideId":"637629098780868991","enableDocumentContentUpdater":true,"version":"2.0"}]]></TemplafySlideTemplateConfiguration>
</file>

<file path=customXml/item32.xml><?xml version="1.0" encoding="utf-8"?>
<TemplafySlideTemplateConfiguration><![CDATA[{"slideVersion":1,"isValidatorEnabled":false,"isLocked":false,"elementsMetadata":[],"slideId":"637629098780935963","enableDocumentContentUpdater":true,"version":"2.0"}]]></TemplafySlideTemplateConfiguration>
</file>

<file path=customXml/item33.xml><?xml version="1.0" encoding="utf-8"?>
<TemplafySlideTemplateConfiguration><![CDATA[{"slideVersion":1,"isValidatorEnabled":false,"isLocked":false,"elementsMetadata":[],"slideId":"637629098780938070","enableDocumentContentUpdater":true,"version":"2.0"}]]></TemplafySlideTemplateConfiguration>
</file>

<file path=customXml/item34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35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36.xml><?xml version="1.0" encoding="utf-8"?>
<TemplafySlideTemplateConfiguration><![CDATA[{"slideVersion":1,"isValidatorEnabled":false,"isLocked":false,"elementsMetadata":[],"slideId":"637629098780861368","enableDocumentContentUpdater":true,"version":"2.0"}]]></TemplafySlideTemplateConfiguration>
</file>

<file path=customXml/item37.xml><?xml version="1.0" encoding="utf-8"?>
<TemplafySlideTemplateConfiguration><![CDATA[{"slideVersion":1,"isValidatorEnabled":false,"isLocked":false,"elementsMetadata":[],"slideId":"637629098780855834","enableDocumentContentUpdater":true,"version":"2.0"}]]></TemplafySlideTemplateConfiguration>
</file>

<file path=customXml/item38.xml><?xml version="1.0" encoding="utf-8"?>
<TemplafySlideTemplateConfiguration><![CDATA[{"slideVersion":1,"isValidatorEnabled":false,"isLocked":false,"elementsMetadata":[],"slideId":"637629098780891892","enableDocumentContentUpdater":true,"version":"2.0"}]]></TemplafySlideTemplateConfiguration>
</file>

<file path=customXml/item39.xml><?xml version="1.0" encoding="utf-8"?>
<TemplafySlideTemplateConfiguration><![CDATA[{"slideVersion":1,"isValidatorEnabled":false,"isLocked":false,"elementsMetadata":[],"slideId":"637629098780929168","enableDocumentContentUpdater":true,"version":"2.0"}]]></TemplafySlideTemplateConfiguration>
</file>

<file path=customXml/item40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41.xml><?xml version="1.0" encoding="utf-8"?>
<TemplafySlideTemplateConfiguration><![CDATA[{"slideVersion":1,"isValidatorEnabled":false,"isLocked":false,"elementsMetadata":[],"slideId":"637629098780818133","enableDocumentContentUpdater":true,"version":"2.0"}]]></TemplafySlideTemplate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FormConfiguration><![CDATA[{"formFields":[],"formDataEntries":[]}]]></TemplafySlideForm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TemplafySlideFormConfiguration><![CDATA[{"formFields":[],"formDataEntries":[]}]]></TemplafySlideFormConfiguration>
</file>

<file path=customXml/item48.xml><?xml version="1.0" encoding="utf-8"?>
<TemplafySlideFormConfiguration><![CDATA[{"formFields":[],"formDataEntries":[]}]]></TemplafySlideFormConfiguration>
</file>

<file path=customXml/item49.xml><?xml version="1.0" encoding="utf-8"?>
<TemplafySlideFormConfiguration><![CDATA[{"formFields":[],"formDataEntries":[]}]]></TemplafySlideFormConfiguration>
</file>

<file path=customXml/item50.xml><?xml version="1.0" encoding="utf-8"?>
<TemplafySlideTemplateConfiguration><![CDATA[{"slideVersion":1,"isValidatorEnabled":false,"isLocked":false,"elementsMetadata":[],"slideId":"637629098780931945","enableDocumentContentUpdater":true,"version":"2.0"}]]></TemplafySlideTemplateConfiguration>
</file>

<file path=customXml/item51.xml><?xml version="1.0" encoding="utf-8"?>
<TemplafySlideTemplateConfiguration><![CDATA[{"slideVersion":1,"isValidatorEnabled":false,"isLocked":false,"elementsMetadata":[],"slideId":"637629098780819298","enableDocumentContentUpdater":true,"version":"2.0"}]]></TemplafySlideTemplateConfiguration>
</file>

<file path=customXml/item52.xml><?xml version="1.0" encoding="utf-8"?>
<TemplafySlideFormConfiguration><![CDATA[{"formFields":[],"formDataEntries":[]}]]></TemplafySlideFormConfiguration>
</file>

<file path=customXml/item53.xml><?xml version="1.0" encoding="utf-8"?>
<TemplafySlideTemplateConfiguration><![CDATA[{"slideVersion":1,"isValidatorEnabled":false,"isLocked":false,"elementsMetadata":[],"slideId":"637629098780944294","enableDocumentContentUpdater":true,"version":"2.0"}]]></TemplafySlideTemplateConfiguration>
</file>

<file path=customXml/item54.xml><?xml version="1.0" encoding="utf-8"?>
<TemplafySlideTemplateConfiguration><![CDATA[{"slideVersion":1,"isValidatorEnabled":false,"isLocked":false,"elementsMetadata":[],"slideId":"637629098780812520","enableDocumentContentUpdater":true,"version":"2.0"}]]></TemplafySlideTemplateConfiguration>
</file>

<file path=customXml/item55.xml><?xml version="1.0" encoding="utf-8"?>
<TemplafySlideFormConfiguration><![CDATA[{"formFields":[],"formDataEntries":[]}]]></TemplafySlideFormConfiguration>
</file>

<file path=customXml/item56.xml><?xml version="1.0" encoding="utf-8"?>
<TemplafySlideTemplateConfiguration><![CDATA[{"slideVersion":1,"isValidatorEnabled":false,"isLocked":false,"elementsMetadata":[],"slideId":"637629098780938389","enableDocumentContentUpdater":true,"version":"2.0"}]]></TemplafySlideTemplateConfiguration>
</file>

<file path=customXml/item57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58.xml><?xml version="1.0" encoding="utf-8"?>
<TemplafySlideTemplateConfiguration><![CDATA[{"slideVersion":1,"isValidatorEnabled":false,"isLocked":false,"elementsMetadata":[],"slideId":"637629098780863185","enableDocumentContentUpdater":true,"version":"2.0"}]]></TemplafySlideTemplateConfiguration>
</file>

<file path=customXml/item59.xml><?xml version="1.0" encoding="utf-8"?>
<TemplafySlideTemplateConfiguration><![CDATA[{"slideVersion":1,"isValidatorEnabled":false,"isLocked":false,"elementsMetadata":[],"slideId":"637629098780940360","enableDocumentContentUpdater":true,"version":"2.0"}]]></TemplafySlideTemplateConfiguration>
</file>

<file path=customXml/item60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6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2.xml><?xml version="1.0" encoding="utf-8"?>
<TemplafySlideFormConfiguration><![CDATA[{"formFields":[],"formDataEntries":[]}]]></TemplafySlideFormConfiguration>
</file>

<file path=customXml/item6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33C2836D-CD36-48F0-AE3F-D27BFE792AB7}">
  <ds:schemaRefs/>
</ds:datastoreItem>
</file>

<file path=customXml/itemProps2.xml><?xml version="1.0" encoding="utf-8"?>
<ds:datastoreItem xmlns:ds="http://schemas.openxmlformats.org/officeDocument/2006/customXml" ds:itemID="{6A0018E2-8AA5-4CE6-A43B-7E69D37BB663}">
  <ds:schemaRefs/>
</ds:datastoreItem>
</file>

<file path=customXml/itemProps3.xml><?xml version="1.0" encoding="utf-8"?>
<ds:datastoreItem xmlns:ds="http://schemas.openxmlformats.org/officeDocument/2006/customXml" ds:itemID="{DDCC6A1B-7673-40E9-AC3E-C0D8F2784A83}">
  <ds:schemaRefs/>
</ds:datastoreItem>
</file>

<file path=customXml/itemProps4.xml><?xml version="1.0" encoding="utf-8"?>
<ds:datastoreItem xmlns:ds="http://schemas.openxmlformats.org/officeDocument/2006/customXml" ds:itemID="{7BAA13C3-64B7-4D7A-BA49-B0CCD43E2049}">
  <ds:schemaRefs/>
</ds:datastoreItem>
</file>

<file path=customXml/itemProps5.xml><?xml version="1.0" encoding="utf-8"?>
<ds:datastoreItem xmlns:ds="http://schemas.openxmlformats.org/officeDocument/2006/customXml" ds:itemID="{0A230136-8CEC-4C29-A55A-F5FA83CA887A}">
  <ds:schemaRefs/>
</ds:datastoreItem>
</file>

<file path=customXml/itemProps6.xml><?xml version="1.0" encoding="utf-8"?>
<ds:datastoreItem xmlns:ds="http://schemas.openxmlformats.org/officeDocument/2006/customXml" ds:itemID="{75BD4175-2A6A-457D-B03C-89D272FF4835}">
  <ds:schemaRefs/>
</ds:datastoreItem>
</file>

<file path=customXml/itemProps7.xml><?xml version="1.0" encoding="utf-8"?>
<ds:datastoreItem xmlns:ds="http://schemas.openxmlformats.org/officeDocument/2006/customXml" ds:itemID="{2BC0DC1D-8D15-4194-9A1A-EDACA544CFA6}">
  <ds:schemaRefs/>
</ds:datastoreItem>
</file>

<file path=customXml/itemProps8.xml><?xml version="1.0" encoding="utf-8"?>
<ds:datastoreItem xmlns:ds="http://schemas.openxmlformats.org/officeDocument/2006/customXml" ds:itemID="{E3B787A2-A83F-4E87-A90A-111C61F62E24}">
  <ds:schemaRefs/>
</ds:datastoreItem>
</file>

<file path=customXml/itemProps9.xml><?xml version="1.0" encoding="utf-8"?>
<ds:datastoreItem xmlns:ds="http://schemas.openxmlformats.org/officeDocument/2006/customXml" ds:itemID="{C4AC888D-F808-4B42-9E4B-F2C6F179D703}">
  <ds:schemaRefs/>
</ds:datastoreItem>
</file>

<file path=customXml/itemProps10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11.xml><?xml version="1.0" encoding="utf-8"?>
<ds:datastoreItem xmlns:ds="http://schemas.openxmlformats.org/officeDocument/2006/customXml" ds:itemID="{988BE19C-289C-4D51-AC33-2691C170DBEA}">
  <ds:schemaRefs/>
</ds:datastoreItem>
</file>

<file path=customXml/itemProps12.xml><?xml version="1.0" encoding="utf-8"?>
<ds:datastoreItem xmlns:ds="http://schemas.openxmlformats.org/officeDocument/2006/customXml" ds:itemID="{C89A946A-C258-4267-A263-69DA8374B547}">
  <ds:schemaRefs/>
</ds:datastoreItem>
</file>

<file path=customXml/itemProps13.xml><?xml version="1.0" encoding="utf-8"?>
<ds:datastoreItem xmlns:ds="http://schemas.openxmlformats.org/officeDocument/2006/customXml" ds:itemID="{AD9376BE-3D3E-4586-9139-069C1651B477}">
  <ds:schemaRefs/>
</ds:datastoreItem>
</file>

<file path=customXml/itemProps14.xml><?xml version="1.0" encoding="utf-8"?>
<ds:datastoreItem xmlns:ds="http://schemas.openxmlformats.org/officeDocument/2006/customXml" ds:itemID="{C67D3CDE-4F82-4339-9EA4-1EEE33A61958}">
  <ds:schemaRefs/>
</ds:datastoreItem>
</file>

<file path=customXml/itemProps15.xml><?xml version="1.0" encoding="utf-8"?>
<ds:datastoreItem xmlns:ds="http://schemas.openxmlformats.org/officeDocument/2006/customXml" ds:itemID="{915452D2-9D6B-41D9-99FD-4D1CF211FA39}">
  <ds:schemaRefs/>
</ds:datastoreItem>
</file>

<file path=customXml/itemProps16.xml><?xml version="1.0" encoding="utf-8"?>
<ds:datastoreItem xmlns:ds="http://schemas.openxmlformats.org/officeDocument/2006/customXml" ds:itemID="{E4C8E36C-E4C3-4DF8-B9A8-546312449852}">
  <ds:schemaRefs/>
</ds:datastoreItem>
</file>

<file path=customXml/itemProps17.xml><?xml version="1.0" encoding="utf-8"?>
<ds:datastoreItem xmlns:ds="http://schemas.openxmlformats.org/officeDocument/2006/customXml" ds:itemID="{B7066F7B-EA61-4071-B961-E1FA19724DC0}">
  <ds:schemaRefs/>
</ds:datastoreItem>
</file>

<file path=customXml/itemProps18.xml><?xml version="1.0" encoding="utf-8"?>
<ds:datastoreItem xmlns:ds="http://schemas.openxmlformats.org/officeDocument/2006/customXml" ds:itemID="{AE04A922-1222-46EA-85D1-620CD08A927B}">
  <ds:schemaRefs/>
</ds:datastoreItem>
</file>

<file path=customXml/itemProps19.xml><?xml version="1.0" encoding="utf-8"?>
<ds:datastoreItem xmlns:ds="http://schemas.openxmlformats.org/officeDocument/2006/customXml" ds:itemID="{918BDABD-06F7-784A-A8C4-94CF7B723D0F}">
  <ds:schemaRefs/>
</ds:datastoreItem>
</file>

<file path=customXml/itemProps20.xml><?xml version="1.0" encoding="utf-8"?>
<ds:datastoreItem xmlns:ds="http://schemas.openxmlformats.org/officeDocument/2006/customXml" ds:itemID="{08BA5A9A-BB8B-4F8E-93CD-455474EF7276}">
  <ds:schemaRefs/>
</ds:datastoreItem>
</file>

<file path=customXml/itemProps21.xml><?xml version="1.0" encoding="utf-8"?>
<ds:datastoreItem xmlns:ds="http://schemas.openxmlformats.org/officeDocument/2006/customXml" ds:itemID="{BE3BB7DD-0C86-4747-A387-5C5D191BB970}">
  <ds:schemaRefs/>
</ds:datastoreItem>
</file>

<file path=customXml/itemProps22.xml><?xml version="1.0" encoding="utf-8"?>
<ds:datastoreItem xmlns:ds="http://schemas.openxmlformats.org/officeDocument/2006/customXml" ds:itemID="{43BC5722-1D5B-4915-8247-E6D5F513E549}">
  <ds:schemaRefs/>
</ds:datastoreItem>
</file>

<file path=customXml/itemProps23.xml><?xml version="1.0" encoding="utf-8"?>
<ds:datastoreItem xmlns:ds="http://schemas.openxmlformats.org/officeDocument/2006/customXml" ds:itemID="{00BD3ED4-8ED9-4359-B43B-2C197BC490D9}">
  <ds:schemaRefs/>
</ds:datastoreItem>
</file>

<file path=customXml/itemProps24.xml><?xml version="1.0" encoding="utf-8"?>
<ds:datastoreItem xmlns:ds="http://schemas.openxmlformats.org/officeDocument/2006/customXml" ds:itemID="{F82E9EAE-C942-4F71-8479-8192B35558E2}">
  <ds:schemaRefs/>
</ds:datastoreItem>
</file>

<file path=customXml/itemProps25.xml><?xml version="1.0" encoding="utf-8"?>
<ds:datastoreItem xmlns:ds="http://schemas.openxmlformats.org/officeDocument/2006/customXml" ds:itemID="{364650BF-04B4-4ADF-AE61-286BFE5AF2AD}">
  <ds:schemaRefs/>
</ds:datastoreItem>
</file>

<file path=customXml/itemProps26.xml><?xml version="1.0" encoding="utf-8"?>
<ds:datastoreItem xmlns:ds="http://schemas.openxmlformats.org/officeDocument/2006/customXml" ds:itemID="{2A1B10AF-5356-4D21-9E16-9423E20937FC}">
  <ds:schemaRefs/>
</ds:datastoreItem>
</file>

<file path=customXml/itemProps27.xml><?xml version="1.0" encoding="utf-8"?>
<ds:datastoreItem xmlns:ds="http://schemas.openxmlformats.org/officeDocument/2006/customXml" ds:itemID="{D5DFDA8F-B725-4CD6-A843-7349EA123794}">
  <ds:schemaRefs/>
</ds:datastoreItem>
</file>

<file path=customXml/itemProps28.xml><?xml version="1.0" encoding="utf-8"?>
<ds:datastoreItem xmlns:ds="http://schemas.openxmlformats.org/officeDocument/2006/customXml" ds:itemID="{162E1B2B-387B-423C-8FB0-129D0EE7DD83}">
  <ds:schemaRefs/>
</ds:datastoreItem>
</file>

<file path=customXml/itemProps29.xml><?xml version="1.0" encoding="utf-8"?>
<ds:datastoreItem xmlns:ds="http://schemas.openxmlformats.org/officeDocument/2006/customXml" ds:itemID="{D4B66AC3-71C4-4908-9595-93E8B8D76E97}">
  <ds:schemaRefs/>
</ds:datastoreItem>
</file>

<file path=customXml/itemProps30.xml><?xml version="1.0" encoding="utf-8"?>
<ds:datastoreItem xmlns:ds="http://schemas.openxmlformats.org/officeDocument/2006/customXml" ds:itemID="{5265E46D-0749-47B1-8243-3C63764C0EFC}">
  <ds:schemaRefs/>
</ds:datastoreItem>
</file>

<file path=customXml/itemProps31.xml><?xml version="1.0" encoding="utf-8"?>
<ds:datastoreItem xmlns:ds="http://schemas.openxmlformats.org/officeDocument/2006/customXml" ds:itemID="{AC107CF9-7144-4997-BE7D-1990BE189C9A}">
  <ds:schemaRefs/>
</ds:datastoreItem>
</file>

<file path=customXml/itemProps32.xml><?xml version="1.0" encoding="utf-8"?>
<ds:datastoreItem xmlns:ds="http://schemas.openxmlformats.org/officeDocument/2006/customXml" ds:itemID="{1D3A887C-FC1C-482E-BE66-F9B66B0A6227}">
  <ds:schemaRefs/>
</ds:datastoreItem>
</file>

<file path=customXml/itemProps33.xml><?xml version="1.0" encoding="utf-8"?>
<ds:datastoreItem xmlns:ds="http://schemas.openxmlformats.org/officeDocument/2006/customXml" ds:itemID="{3915BD4A-04C4-49F2-B0B9-3E7D336EC799}">
  <ds:schemaRefs/>
</ds:datastoreItem>
</file>

<file path=customXml/itemProps34.xml><?xml version="1.0" encoding="utf-8"?>
<ds:datastoreItem xmlns:ds="http://schemas.openxmlformats.org/officeDocument/2006/customXml" ds:itemID="{95AE8F77-448C-4B7C-8669-DC6D4241F9CE}">
  <ds:schemaRefs/>
</ds:datastoreItem>
</file>

<file path=customXml/itemProps35.xml><?xml version="1.0" encoding="utf-8"?>
<ds:datastoreItem xmlns:ds="http://schemas.openxmlformats.org/officeDocument/2006/customXml" ds:itemID="{6291F803-2EF0-4E47-96D6-4796950CE6BD}">
  <ds:schemaRefs/>
</ds:datastoreItem>
</file>

<file path=customXml/itemProps36.xml><?xml version="1.0" encoding="utf-8"?>
<ds:datastoreItem xmlns:ds="http://schemas.openxmlformats.org/officeDocument/2006/customXml" ds:itemID="{921C0A0B-EE13-4908-9C41-3E7EDF526068}">
  <ds:schemaRefs/>
</ds:datastoreItem>
</file>

<file path=customXml/itemProps37.xml><?xml version="1.0" encoding="utf-8"?>
<ds:datastoreItem xmlns:ds="http://schemas.openxmlformats.org/officeDocument/2006/customXml" ds:itemID="{1669606D-CDD4-43E6-985A-81776140D176}">
  <ds:schemaRefs/>
</ds:datastoreItem>
</file>

<file path=customXml/itemProps38.xml><?xml version="1.0" encoding="utf-8"?>
<ds:datastoreItem xmlns:ds="http://schemas.openxmlformats.org/officeDocument/2006/customXml" ds:itemID="{FC77B9F3-C094-489B-8C01-F272F0AF68C6}">
  <ds:schemaRefs/>
</ds:datastoreItem>
</file>

<file path=customXml/itemProps39.xml><?xml version="1.0" encoding="utf-8"?>
<ds:datastoreItem xmlns:ds="http://schemas.openxmlformats.org/officeDocument/2006/customXml" ds:itemID="{0C0AD6D7-0AAB-4CF7-9869-E9E315BAF875}">
  <ds:schemaRefs/>
</ds:datastoreItem>
</file>

<file path=customXml/itemProps40.xml><?xml version="1.0" encoding="utf-8"?>
<ds:datastoreItem xmlns:ds="http://schemas.openxmlformats.org/officeDocument/2006/customXml" ds:itemID="{30338C60-725E-4230-8732-6C1737FFCF6F}">
  <ds:schemaRefs/>
</ds:datastoreItem>
</file>

<file path=customXml/itemProps41.xml><?xml version="1.0" encoding="utf-8"?>
<ds:datastoreItem xmlns:ds="http://schemas.openxmlformats.org/officeDocument/2006/customXml" ds:itemID="{6B831CAE-95E4-452E-B3C5-B76AAD78A52A}">
  <ds:schemaRefs/>
</ds:datastoreItem>
</file>

<file path=customXml/itemProps42.xml><?xml version="1.0" encoding="utf-8"?>
<ds:datastoreItem xmlns:ds="http://schemas.openxmlformats.org/officeDocument/2006/customXml" ds:itemID="{00121D97-98F5-4946-8A5D-87D090F11338}">
  <ds:schemaRefs/>
</ds:datastoreItem>
</file>

<file path=customXml/itemProps43.xml><?xml version="1.0" encoding="utf-8"?>
<ds:datastoreItem xmlns:ds="http://schemas.openxmlformats.org/officeDocument/2006/customXml" ds:itemID="{2EF89111-4289-441B-97BD-A2D8E126532F}">
  <ds:schemaRefs/>
</ds:datastoreItem>
</file>

<file path=customXml/itemProps44.xml><?xml version="1.0" encoding="utf-8"?>
<ds:datastoreItem xmlns:ds="http://schemas.openxmlformats.org/officeDocument/2006/customXml" ds:itemID="{647B6612-4C79-45CE-9A32-14C2D37B46F1}">
  <ds:schemaRefs/>
</ds:datastoreItem>
</file>

<file path=customXml/itemProps45.xml><?xml version="1.0" encoding="utf-8"?>
<ds:datastoreItem xmlns:ds="http://schemas.openxmlformats.org/officeDocument/2006/customXml" ds:itemID="{CBB24767-B696-4303-95AD-C1F5811D028F}">
  <ds:schemaRefs/>
</ds:datastoreItem>
</file>

<file path=customXml/itemProps46.xml><?xml version="1.0" encoding="utf-8"?>
<ds:datastoreItem xmlns:ds="http://schemas.openxmlformats.org/officeDocument/2006/customXml" ds:itemID="{3D719615-E8C3-42D3-B19D-076A1FC4620D}">
  <ds:schemaRefs/>
</ds:datastoreItem>
</file>

<file path=customXml/itemProps47.xml><?xml version="1.0" encoding="utf-8"?>
<ds:datastoreItem xmlns:ds="http://schemas.openxmlformats.org/officeDocument/2006/customXml" ds:itemID="{8C320EF3-E45D-49A1-86A9-B0DA20C7CC04}">
  <ds:schemaRefs/>
</ds:datastoreItem>
</file>

<file path=customXml/itemProps48.xml><?xml version="1.0" encoding="utf-8"?>
<ds:datastoreItem xmlns:ds="http://schemas.openxmlformats.org/officeDocument/2006/customXml" ds:itemID="{C5DD1971-334A-45E9-9D2B-FB6BD8AAE58A}">
  <ds:schemaRefs/>
</ds:datastoreItem>
</file>

<file path=customXml/itemProps49.xml><?xml version="1.0" encoding="utf-8"?>
<ds:datastoreItem xmlns:ds="http://schemas.openxmlformats.org/officeDocument/2006/customXml" ds:itemID="{682BF6E6-8993-4A0E-A615-E24230C37DAC}">
  <ds:schemaRefs/>
</ds:datastoreItem>
</file>

<file path=customXml/itemProps50.xml><?xml version="1.0" encoding="utf-8"?>
<ds:datastoreItem xmlns:ds="http://schemas.openxmlformats.org/officeDocument/2006/customXml" ds:itemID="{CAFED163-E143-4EEB-A735-81C1226AD9B4}">
  <ds:schemaRefs/>
</ds:datastoreItem>
</file>

<file path=customXml/itemProps51.xml><?xml version="1.0" encoding="utf-8"?>
<ds:datastoreItem xmlns:ds="http://schemas.openxmlformats.org/officeDocument/2006/customXml" ds:itemID="{56B316EE-D9D1-44C3-8C00-AE433A63C836}">
  <ds:schemaRefs/>
</ds:datastoreItem>
</file>

<file path=customXml/itemProps52.xml><?xml version="1.0" encoding="utf-8"?>
<ds:datastoreItem xmlns:ds="http://schemas.openxmlformats.org/officeDocument/2006/customXml" ds:itemID="{7C5C44AF-FBA1-4FF3-8C07-71728D2581FD}">
  <ds:schemaRefs/>
</ds:datastoreItem>
</file>

<file path=customXml/itemProps53.xml><?xml version="1.0" encoding="utf-8"?>
<ds:datastoreItem xmlns:ds="http://schemas.openxmlformats.org/officeDocument/2006/customXml" ds:itemID="{1AB4A281-5EBA-4CA1-A536-6B29C98890B6}">
  <ds:schemaRefs/>
</ds:datastoreItem>
</file>

<file path=customXml/itemProps54.xml><?xml version="1.0" encoding="utf-8"?>
<ds:datastoreItem xmlns:ds="http://schemas.openxmlformats.org/officeDocument/2006/customXml" ds:itemID="{EC53C6C7-14A0-4237-9C9A-FA78B37E53AB}">
  <ds:schemaRefs/>
</ds:datastoreItem>
</file>

<file path=customXml/itemProps55.xml><?xml version="1.0" encoding="utf-8"?>
<ds:datastoreItem xmlns:ds="http://schemas.openxmlformats.org/officeDocument/2006/customXml" ds:itemID="{9DF1E77E-93BB-43A3-BEC8-6478C2794FA6}">
  <ds:schemaRefs/>
</ds:datastoreItem>
</file>

<file path=customXml/itemProps56.xml><?xml version="1.0" encoding="utf-8"?>
<ds:datastoreItem xmlns:ds="http://schemas.openxmlformats.org/officeDocument/2006/customXml" ds:itemID="{A20E27A4-6C3C-428D-ADE7-7DC089C0CD46}">
  <ds:schemaRefs/>
</ds:datastoreItem>
</file>

<file path=customXml/itemProps57.xml><?xml version="1.0" encoding="utf-8"?>
<ds:datastoreItem xmlns:ds="http://schemas.openxmlformats.org/officeDocument/2006/customXml" ds:itemID="{1BCEDA00-0BCE-4F19-A380-8AED6A66E762}">
  <ds:schemaRefs/>
</ds:datastoreItem>
</file>

<file path=customXml/itemProps58.xml><?xml version="1.0" encoding="utf-8"?>
<ds:datastoreItem xmlns:ds="http://schemas.openxmlformats.org/officeDocument/2006/customXml" ds:itemID="{7FD631D3-3AB7-43F0-9FCE-6F65E4127A72}">
  <ds:schemaRefs/>
</ds:datastoreItem>
</file>

<file path=customXml/itemProps59.xml><?xml version="1.0" encoding="utf-8"?>
<ds:datastoreItem xmlns:ds="http://schemas.openxmlformats.org/officeDocument/2006/customXml" ds:itemID="{56A99A3E-A648-468D-B568-4C0AD8B35441}">
  <ds:schemaRefs/>
</ds:datastoreItem>
</file>

<file path=customXml/itemProps60.xml><?xml version="1.0" encoding="utf-8"?>
<ds:datastoreItem xmlns:ds="http://schemas.openxmlformats.org/officeDocument/2006/customXml" ds:itemID="{F990F116-B58F-4255-B05B-DA3808E0E5C6}">
  <ds:schemaRefs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6670dda-0291-4061-b6e0-f6c0cb392c51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e4aa919a-b200-49cb-beca-4c7e0810321e"/>
    <ds:schemaRef ds:uri="http://schemas.microsoft.com/sharepoint/v3"/>
    <ds:schemaRef ds:uri="http://purl.org/dc/dcmitype/"/>
  </ds:schemaRefs>
</ds:datastoreItem>
</file>

<file path=customXml/itemProps61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2.xml><?xml version="1.0" encoding="utf-8"?>
<ds:datastoreItem xmlns:ds="http://schemas.openxmlformats.org/officeDocument/2006/customXml" ds:itemID="{65B44A9F-1851-42AC-AD3C-FFC343A07D3A}">
  <ds:schemaRefs/>
</ds:datastoreItem>
</file>

<file path=customXml/itemProps63.xml><?xml version="1.0" encoding="utf-8"?>
<ds:datastoreItem xmlns:ds="http://schemas.openxmlformats.org/officeDocument/2006/customXml" ds:itemID="{25EDB0A7-1862-4F58-81F8-88FFEB27A481}">
  <ds:schemaRefs/>
</ds:datastoreItem>
</file>

<file path=docMetadata/LabelInfo.xml><?xml version="1.0" encoding="utf-8"?>
<clbl:labelList xmlns:clbl="http://schemas.microsoft.com/office/2020/mipLabelMetadata">
  <clbl:label id="{dce362fe-1558-4fb5-9f64-8a6240d76441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1490</Words>
  <Application>Microsoft Office PowerPoint</Application>
  <PresentationFormat>Widescreen</PresentationFormat>
  <Paragraphs>455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Aptos</vt:lpstr>
      <vt:lpstr>Arial</vt:lpstr>
      <vt:lpstr>Calibri</vt:lpstr>
      <vt:lpstr>CiscoSansTT Light</vt:lpstr>
      <vt:lpstr>Consolas</vt:lpstr>
      <vt:lpstr>Segoe UI</vt:lpstr>
      <vt:lpstr>Wingdings</vt:lpstr>
      <vt:lpstr>AMD Corporate Template_Dark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Corporate Presentation Color Palette</vt:lpstr>
      <vt:lpstr>Block Diagram Color Palette</vt:lpstr>
      <vt:lpstr>PowerPoint Presentation</vt:lpstr>
      <vt:lpstr>Image Boxes (Corporate PPT)</vt:lpstr>
      <vt:lpstr>Image Boxes (Neutral &amp; Product Palette Examples)</vt:lpstr>
      <vt:lpstr>Product Boxes (Corporate PPT)</vt:lpstr>
      <vt:lpstr>Product Boxes (Neutral &amp; Product Palette Examples)</vt:lpstr>
      <vt:lpstr>Text Boxes (Corporate PPT)</vt:lpstr>
      <vt:lpstr>Text Boxes (Neutral &amp; Product Palette Examples)</vt:lpstr>
      <vt:lpstr>Diagrams</vt:lpstr>
      <vt:lpstr>Diagrams</vt:lpstr>
      <vt:lpstr>Line Chart</vt:lpstr>
      <vt:lpstr>Bar Chart Examples</vt:lpstr>
      <vt:lpstr>Block Diagram  Example</vt:lpstr>
      <vt:lpstr>Floorplan Physical View of Versal (Showing Callouts) </vt:lpstr>
      <vt:lpstr>Block Diagram  Example</vt:lpstr>
      <vt:lpstr>Gold Tint Background 1</vt:lpstr>
      <vt:lpstr>Gold Tint Background 2</vt:lpstr>
      <vt:lpstr>Gold Tint with Content</vt:lpstr>
      <vt:lpstr>Teal Tint Background 1</vt:lpstr>
      <vt:lpstr>Teal Tint Background 2</vt:lpstr>
      <vt:lpstr>Teal Tint with Content</vt:lpstr>
      <vt:lpstr>Orange Tint Background 1</vt:lpstr>
      <vt:lpstr>Orange Tint Background 2</vt:lpstr>
      <vt:lpstr>Orange Tint with Content</vt:lpstr>
      <vt:lpstr>Red Tint Background 1</vt:lpstr>
      <vt:lpstr>Red Tint Background 2</vt:lpstr>
      <vt:lpstr>Red Tint with Content</vt:lpstr>
      <vt:lpstr>Red/Orange Tint Background 1</vt:lpstr>
      <vt:lpstr>Red/Orange Tint Background 2</vt:lpstr>
      <vt:lpstr>Red/Orange Tint with Content</vt:lpstr>
      <vt:lpstr>PowerPoint Presentation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AMD Corporate Powerpoint Template</dc:subject>
  <dc:creator>Dao, Khang</dc:creator>
  <cp:keywords>AMD Corporate Powerpoint Template</cp:keywords>
  <dc:description/>
  <cp:lastModifiedBy>Dao, Khang</cp:lastModifiedBy>
  <cp:revision>1</cp:revision>
  <cp:lastPrinted>2020-04-30T18:59:47Z</cp:lastPrinted>
  <dcterms:created xsi:type="dcterms:W3CDTF">2026-02-14T00:07:57Z</dcterms:created>
  <dcterms:modified xsi:type="dcterms:W3CDTF">2026-02-14T00:09:38Z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MSIP_Label_64e4cbe8-b4f6-45dc-bcba-6123dfd2d8bf_Enabled">
    <vt:lpwstr>true</vt:lpwstr>
  </property>
  <property fmtid="{D5CDD505-2E9C-101B-9397-08002B2CF9AE}" pid="7" name="MSIP_Label_64e4cbe8-b4f6-45dc-bcba-6123dfd2d8bf_SetDate">
    <vt:lpwstr>2024-02-15T15:59:13Z</vt:lpwstr>
  </property>
  <property fmtid="{D5CDD505-2E9C-101B-9397-08002B2CF9AE}" pid="8" name="MSIP_Label_64e4cbe8-b4f6-45dc-bcba-6123dfd2d8bf_Method">
    <vt:lpwstr>Privileged</vt:lpwstr>
  </property>
  <property fmtid="{D5CDD505-2E9C-101B-9397-08002B2CF9AE}" pid="9" name="MSIP_Label_64e4cbe8-b4f6-45dc-bcba-6123dfd2d8bf_Name">
    <vt:lpwstr>Non-Business-AIP 2.0</vt:lpwstr>
  </property>
  <property fmtid="{D5CDD505-2E9C-101B-9397-08002B2CF9AE}" pid="10" name="MSIP_Label_64e4cbe8-b4f6-45dc-bcba-6123dfd2d8bf_SiteId">
    <vt:lpwstr>3dd8961f-e488-4e60-8e11-a82d994e183d</vt:lpwstr>
  </property>
  <property fmtid="{D5CDD505-2E9C-101B-9397-08002B2CF9AE}" pid="11" name="MSIP_Label_64e4cbe8-b4f6-45dc-bcba-6123dfd2d8bf_ActionId">
    <vt:lpwstr>c382c031-d868-43ef-a7b1-f4e852747774</vt:lpwstr>
  </property>
  <property fmtid="{D5CDD505-2E9C-101B-9397-08002B2CF9AE}" pid="12" name="MSIP_Label_64e4cbe8-b4f6-45dc-bcba-6123dfd2d8bf_ContentBits">
    <vt:lpwstr>0</vt:lpwstr>
  </property>
  <property fmtid="{D5CDD505-2E9C-101B-9397-08002B2CF9AE}" pid="13" name="ClassificationContentMarkingHeaderLocations">
    <vt:lpwstr>AMD Corporate Template_Dark:6</vt:lpwstr>
  </property>
  <property fmtid="{D5CDD505-2E9C-101B-9397-08002B2CF9AE}" pid="14" name="ClassificationContentMarkingHeaderText">
    <vt:lpwstr>[AMD Official Use Only - AMD Internal Distribution Only]</vt:lpwstr>
  </property>
</Properties>
</file>